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5486400" cy="975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Escena 1. Duración 5s. Animar título con Pop. Gráficos originales editables, sin recursos premium. Agregar música electrónica instrumental gratuita verificada para uso comercial.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Escena 2. Duración 7s. Animar título con Pop. Gráficos originales editables, sin recursos premium. Agregar música electrónica instrumental gratuita verificada para uso comercial.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Escena 3. Duración 8s. Animar título con Pop. Gráficos originales editables, sin recursos premium. Agregar música electrónica instrumental gratuita verificada para uso comercial.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Escena 4. Duración 7s. Animar título con Pop. Gráficos originales editables, sin recursos premium. Agregar música electrónica instrumental gratuita verificada para uso comercial.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Escena 5. Duración 8s. Animar título con Pop. Gráficos originales editables, sin recursos premium. Agregar música electrónica instrumental gratuita verificada para uso comercial.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65760"/>
            <a:ext cx="109728" cy="292608"/>
          </a:xfrm>
          <a:prstGeom prst="roundRect">
            <a:avLst>
              <a:gd name="adj" fmla="val 13000"/>
            </a:avLst>
          </a:prstGeom>
          <a:solidFill>
            <a:srgbClr val="2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01B33"/>
                </a:solidFill>
                <a:latin typeface="League Spartan"/>
              </a:defRPr>
            </a:pPr>
            <a:r>
              <a:t>IXMIPLACE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4023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68397"/>
                </a:solidFill>
                <a:latin typeface="Inter"/>
              </a:defRPr>
            </a:pPr>
            <a:r>
              <a:t>01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9116568"/>
            <a:ext cx="4791456" cy="18288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2537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68397"/>
                </a:solidFill>
                <a:latin typeface="Inter"/>
              </a:defRPr>
            </a:pPr>
            <a:r>
              <a:t>TU COMUNIDAD, TU HOGAR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9253728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68397"/>
                </a:solidFill>
                <a:latin typeface="Inter"/>
              </a:defRPr>
            </a:pPr>
            <a:r>
              <a:t>IXMIQUILPAN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987552"/>
            <a:ext cx="4754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01B33"/>
                </a:solidFill>
                <a:latin typeface="League Spartan"/>
              </a:defRPr>
            </a:pPr>
            <a:r>
              <a:t>¿Buscando casa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01B33"/>
                </a:solidFill>
                <a:latin typeface="League Spartan"/>
              </a:defRPr>
            </a:pPr>
            <a:r>
              <a:t>o roomie?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2523744"/>
            <a:ext cx="3840480" cy="347472"/>
          </a:xfrm>
          <a:prstGeom prst="roundRect">
            <a:avLst>
              <a:gd name="adj" fmla="val 13000"/>
            </a:avLst>
          </a:prstGeom>
          <a:solidFill>
            <a:srgbClr val="10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06039"/>
            <a:ext cx="36941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UN SOLO LUGAR. MÁS POSIBILIDADES.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" y="3392424"/>
            <a:ext cx="2340864" cy="4700016"/>
          </a:xfrm>
          <a:prstGeom prst="roundRect">
            <a:avLst>
              <a:gd name="adj" fmla="val 13000"/>
            </a:avLst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3282696"/>
            <a:ext cx="2194560" cy="4617720"/>
          </a:xfrm>
          <a:prstGeom prst="roundRect">
            <a:avLst>
              <a:gd name="adj" fmla="val 13000"/>
            </a:avLst>
          </a:prstGeom>
          <a:solidFill>
            <a:srgbClr val="11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3374136"/>
            <a:ext cx="2029967" cy="4434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380744" y="3410712"/>
            <a:ext cx="658368" cy="82296"/>
          </a:xfrm>
          <a:prstGeom prst="roundRect">
            <a:avLst>
              <a:gd name="adj" fmla="val 13000"/>
            </a:avLst>
          </a:prstGeom>
          <a:solidFill>
            <a:srgbClr val="11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62102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1B33"/>
                </a:solidFill>
                <a:latin typeface="League Spartan"/>
              </a:defRPr>
            </a:pPr>
            <a:r>
              <a:t>IxmiPlace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05072"/>
            <a:ext cx="1865376" cy="347472"/>
          </a:xfrm>
          <a:prstGeom prst="roundRect">
            <a:avLst>
              <a:gd name="adj" fmla="val 13000"/>
            </a:avLst>
          </a:prstGeom>
          <a:solidFill>
            <a:srgbClr val="ED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4087368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01B33"/>
                </a:solidFill>
                <a:latin typeface="Inter"/>
              </a:defRPr>
            </a:pPr>
            <a:r>
              <a:t>Buscar por zona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507992"/>
            <a:ext cx="1865376" cy="1051560"/>
          </a:xfrm>
          <a:prstGeom prst="roundRect">
            <a:avLst>
              <a:gd name="adj" fmla="val 13000"/>
            </a:avLst>
          </a:prstGeom>
          <a:solidFill>
            <a:srgbClr val="78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16736" y="4910693"/>
            <a:ext cx="612648" cy="4476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286103" y="4700016"/>
            <a:ext cx="673912" cy="329184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80174" y="5101620"/>
            <a:ext cx="134782" cy="256763"/>
          </a:xfrm>
          <a:prstGeom prst="rect">
            <a:avLst/>
          </a:prstGeom>
          <a:solidFill>
            <a:srgbClr val="10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90253" y="5016032"/>
            <a:ext cx="104150" cy="118506"/>
          </a:xfrm>
          <a:prstGeom prst="rect">
            <a:avLst/>
          </a:prstGeom>
          <a:solidFill>
            <a:srgbClr val="2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573328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01B33"/>
                </a:solidFill>
                <a:latin typeface="Inter"/>
              </a:defRPr>
            </a:pPr>
            <a:r>
              <a:t>Encuentra tu espacio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613562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1B33"/>
                </a:solidFill>
                <a:latin typeface="Inter"/>
              </a:defRPr>
            </a:pPr>
            <a:r>
              <a:t>Viviendas · Locales · Roomies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7214616"/>
            <a:ext cx="1865376" cy="347472"/>
          </a:xfrm>
          <a:prstGeom prst="roundRect">
            <a:avLst>
              <a:gd name="adj" fmla="val 13000"/>
            </a:avLst>
          </a:prstGeom>
          <a:solidFill>
            <a:srgbClr val="2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7296912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1B33"/>
                </a:solidFill>
                <a:latin typeface="Inter"/>
              </a:defRPr>
            </a:pPr>
            <a:r>
              <a:t>Explorar ahora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70632" y="3794760"/>
            <a:ext cx="2203704" cy="4434840"/>
          </a:xfrm>
          <a:prstGeom prst="roundRect">
            <a:avLst>
              <a:gd name="adj" fmla="val 13000"/>
            </a:avLst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843784" y="3685032"/>
            <a:ext cx="2057400" cy="4352544"/>
          </a:xfrm>
          <a:prstGeom prst="roundRect">
            <a:avLst>
              <a:gd name="adj" fmla="val 13000"/>
            </a:avLst>
          </a:prstGeom>
          <a:solidFill>
            <a:srgbClr val="11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926079" y="3776472"/>
            <a:ext cx="1892807" cy="4169663"/>
          </a:xfrm>
          <a:prstGeom prst="roundRect">
            <a:avLst>
              <a:gd name="adj" fmla="val 13000"/>
            </a:avLst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563874" y="3813048"/>
            <a:ext cx="617219" cy="82296"/>
          </a:xfrm>
          <a:prstGeom prst="roundRect">
            <a:avLst>
              <a:gd name="adj" fmla="val 13000"/>
            </a:avLst>
          </a:prstGeom>
          <a:solidFill>
            <a:srgbClr val="11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4023360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League Spartan"/>
              </a:defRPr>
            </a:pPr>
            <a:r>
              <a:t>IxmiPlace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08376" y="4407408"/>
            <a:ext cx="1728216" cy="347472"/>
          </a:xfrm>
          <a:prstGeom prst="roundRect">
            <a:avLst>
              <a:gd name="adj" fmla="val 13000"/>
            </a:avLst>
          </a:prstGeom>
          <a:solidFill>
            <a:srgbClr val="2B3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81528" y="4489704"/>
            <a:ext cx="15819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Inter"/>
              </a:defRPr>
            </a:pPr>
            <a:r>
              <a:t>Buscar por zona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08376" y="4910328"/>
            <a:ext cx="1728216" cy="1051560"/>
          </a:xfrm>
          <a:prstGeom prst="roundRect">
            <a:avLst>
              <a:gd name="adj" fmla="val 13000"/>
            </a:avLst>
          </a:prstGeom>
          <a:solidFill>
            <a:srgbClr val="78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47872" y="5313029"/>
            <a:ext cx="612648" cy="4476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3517239" y="5102352"/>
            <a:ext cx="673912" cy="329184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11310" y="5503956"/>
            <a:ext cx="134782" cy="256763"/>
          </a:xfrm>
          <a:prstGeom prst="rect">
            <a:avLst/>
          </a:prstGeom>
          <a:solidFill>
            <a:srgbClr val="10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21389" y="5418368"/>
            <a:ext cx="104150" cy="118506"/>
          </a:xfrm>
          <a:prstGeom prst="rect">
            <a:avLst/>
          </a:prstGeom>
          <a:solidFill>
            <a:srgbClr val="2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26664" y="613562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Inter"/>
              </a:defRPr>
            </a:pPr>
            <a:r>
              <a:t>Encuentra tu espacio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26664" y="653796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Inter"/>
              </a:defRPr>
            </a:pPr>
            <a:r>
              <a:t>Viviendas · Locales · Roomies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08376" y="7351775"/>
            <a:ext cx="1728216" cy="347472"/>
          </a:xfrm>
          <a:prstGeom prst="roundRect">
            <a:avLst>
              <a:gd name="adj" fmla="val 13000"/>
            </a:avLst>
          </a:prstGeom>
          <a:solidFill>
            <a:srgbClr val="2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81528" y="7434071"/>
            <a:ext cx="15819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1B33"/>
                </a:solidFill>
                <a:latin typeface="Inter"/>
              </a:defRPr>
            </a:pPr>
            <a:r>
              <a:t>Explorar ahora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9536" y="8257031"/>
            <a:ext cx="1097280" cy="347472"/>
          </a:xfrm>
          <a:prstGeom prst="roundRect">
            <a:avLst>
              <a:gd name="adj" fmla="val 13000"/>
            </a:avLst>
          </a:prstGeom>
          <a:solidFill>
            <a:srgbClr val="E5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" y="8339327"/>
            <a:ext cx="9509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01B33"/>
                </a:solidFill>
                <a:latin typeface="Inter"/>
              </a:defRPr>
            </a:pPr>
            <a:r>
              <a:t>CLARO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73552" y="8257031"/>
            <a:ext cx="1280160" cy="347472"/>
          </a:xfrm>
          <a:prstGeom prst="roundRect">
            <a:avLst>
              <a:gd name="adj" fmla="val 13000"/>
            </a:avLst>
          </a:prstGeom>
          <a:solidFill>
            <a:srgbClr val="10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46704" y="8339327"/>
            <a:ext cx="11338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Inter"/>
              </a:defRPr>
            </a:pPr>
            <a:r>
              <a:t>OSCURO</a:t>
            </a:r>
          </a:p>
        </p:txBody>
      </p:sp>
    </p:spTree>
  </p:cSld>
  <p:clrMapOvr>
    <a:masterClrMapping/>
  </p:clrMapOvr>
  <p:transition advClick="0" advTm="5000">
    <p:cut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65760"/>
            <a:ext cx="109728" cy="292608"/>
          </a:xfrm>
          <a:prstGeom prst="roundRect">
            <a:avLst>
              <a:gd name="adj" fmla="val 13000"/>
            </a:avLst>
          </a:prstGeom>
          <a:solidFill>
            <a:srgbClr val="2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League Spartan"/>
              </a:defRPr>
            </a:pPr>
            <a:r>
              <a:t>IXMIPLACE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4023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68397"/>
                </a:solidFill>
                <a:latin typeface="Inter"/>
              </a:defRPr>
            </a:pPr>
            <a:r>
              <a:t>02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9116568"/>
            <a:ext cx="4791456" cy="18288"/>
          </a:xfrm>
          <a:prstGeom prst="rect">
            <a:avLst/>
          </a:prstGeom>
          <a:solidFill>
            <a:srgbClr val="33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2537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68397"/>
                </a:solidFill>
                <a:latin typeface="Inter"/>
              </a:defRPr>
            </a:pPr>
            <a:r>
              <a:t>TU COMUNIDAD, TU HOGAR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9253728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68397"/>
                </a:solidFill>
                <a:latin typeface="Inter"/>
              </a:defRPr>
            </a:pPr>
            <a:r>
              <a:t>IXMIQUILPAN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987552"/>
            <a:ext cx="4754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FFFFFF"/>
                </a:solidFill>
                <a:latin typeface="League Spartan"/>
              </a:defRPr>
            </a:pPr>
            <a:r>
              <a:t>Filtros reales.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FFFFFF"/>
                </a:solidFill>
                <a:latin typeface="League Spartan"/>
              </a:defRPr>
            </a:pPr>
            <a:r>
              <a:t>Mapas exactos.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2514600"/>
            <a:ext cx="1188720" cy="347472"/>
          </a:xfrm>
          <a:prstGeom prst="roundRect">
            <a:avLst>
              <a:gd name="adj" fmla="val 13000"/>
            </a:avLst>
          </a:prstGeom>
          <a:solidFill>
            <a:srgbClr val="2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96896"/>
            <a:ext cx="10424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01B33"/>
                </a:solidFill>
                <a:latin typeface="Inter"/>
              </a:defRPr>
            </a:pPr>
            <a:r>
              <a:t>RENTA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19072" y="2514600"/>
            <a:ext cx="1188720" cy="347472"/>
          </a:xfrm>
          <a:prstGeom prst="roundRect">
            <a:avLst>
              <a:gd name="adj" fmla="val 13000"/>
            </a:avLst>
          </a:prstGeom>
          <a:solidFill>
            <a:srgbClr val="78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92224" y="2596896"/>
            <a:ext cx="10424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Inter"/>
              </a:defRPr>
            </a:pPr>
            <a:r>
              <a:t>VENTA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" y="3291840"/>
            <a:ext cx="4480560" cy="2862072"/>
          </a:xfrm>
          <a:prstGeom prst="roundRect">
            <a:avLst>
              <a:gd name="adj" fmla="val 13000"/>
            </a:avLst>
          </a:prstGeom>
          <a:solidFill>
            <a:srgbClr val="25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6072" y="3401568"/>
            <a:ext cx="4297680" cy="2606039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502152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1B33"/>
                </a:solidFill>
                <a:latin typeface="League Spartan"/>
              </a:defRPr>
            </a:pPr>
            <a:r>
              <a:t>IxmiPlace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931920"/>
            <a:ext cx="731520" cy="347472"/>
          </a:xfrm>
          <a:prstGeom prst="roundRect">
            <a:avLst>
              <a:gd name="adj" fmla="val 13000"/>
            </a:avLst>
          </a:prstGeom>
          <a:solidFill>
            <a:srgbClr val="2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014215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01B33"/>
                </a:solidFill>
                <a:latin typeface="Inter"/>
              </a:defRPr>
            </a:pPr>
            <a:r>
              <a:t>Renta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08760" y="3931920"/>
            <a:ext cx="731520" cy="347472"/>
          </a:xfrm>
          <a:prstGeom prst="roundRect">
            <a:avLst>
              <a:gd name="adj" fmla="val 13000"/>
            </a:avLst>
          </a:prstGeom>
          <a:solidFill>
            <a:srgbClr val="ED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81912" y="4014215"/>
            <a:ext cx="585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01B33"/>
                </a:solidFill>
                <a:latin typeface="Inter"/>
              </a:defRPr>
            </a:pPr>
            <a:r>
              <a:t>Venta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" y="4398264"/>
            <a:ext cx="4114800" cy="1517904"/>
          </a:xfrm>
          <a:prstGeom prst="roundRect">
            <a:avLst>
              <a:gd name="adj" fmla="val 13000"/>
            </a:avLst>
          </a:prstGeom>
          <a:solidFill>
            <a:srgbClr val="E4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2313432" y="4471416"/>
            <a:ext cx="740664" cy="1371600"/>
          </a:xfrm>
          <a:prstGeom prst="line">
            <a:avLst/>
          </a:prstGeom>
          <a:ln w="203200">
            <a:solidFill>
              <a:srgbClr val="53C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0664" y="4762560"/>
            <a:ext cx="3968496" cy="0"/>
          </a:xfrm>
          <a:prstGeom prst="line">
            <a:avLst/>
          </a:prstGeom>
          <a:ln w="889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0664" y="5233111"/>
            <a:ext cx="3968496" cy="0"/>
          </a:xfrm>
          <a:prstGeom prst="line">
            <a:avLst/>
          </a:prstGeom>
          <a:ln w="889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0664" y="5582229"/>
            <a:ext cx="3968496" cy="0"/>
          </a:xfrm>
          <a:prstGeom prst="line">
            <a:avLst/>
          </a:prstGeom>
          <a:ln w="889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408176" y="4471416"/>
            <a:ext cx="0" cy="1371600"/>
          </a:xfrm>
          <a:prstGeom prst="line">
            <a:avLst/>
          </a:prstGeom>
          <a:ln w="889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30168" y="4471416"/>
            <a:ext cx="0" cy="1371600"/>
          </a:xfrm>
          <a:prstGeom prst="line">
            <a:avLst/>
          </a:prstGeom>
          <a:ln w="889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367028" y="4747381"/>
            <a:ext cx="201168" cy="201168"/>
          </a:xfrm>
          <a:prstGeom prst="ellipse">
            <a:avLst/>
          </a:prstGeom>
          <a:solidFill>
            <a:srgbClr val="78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10800000">
            <a:off x="1394460" y="4857109"/>
            <a:ext cx="146304" cy="164592"/>
          </a:xfrm>
          <a:prstGeom prst="triangle">
            <a:avLst/>
          </a:prstGeom>
          <a:solidFill>
            <a:srgbClr val="78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31036" y="4811389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383280" y="4944709"/>
            <a:ext cx="201168" cy="201168"/>
          </a:xfrm>
          <a:prstGeom prst="ellipse">
            <a:avLst/>
          </a:prstGeom>
          <a:solidFill>
            <a:srgbClr val="78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 rot="10800000">
            <a:off x="3410712" y="5054437"/>
            <a:ext cx="146304" cy="164592"/>
          </a:xfrm>
          <a:prstGeom prst="triangle">
            <a:avLst/>
          </a:prstGeom>
          <a:solidFill>
            <a:srgbClr val="78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47288" y="5008717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943100" y="5369722"/>
            <a:ext cx="201168" cy="201168"/>
          </a:xfrm>
          <a:prstGeom prst="ellipse">
            <a:avLst/>
          </a:prstGeom>
          <a:solidFill>
            <a:srgbClr val="78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 rot="10800000">
            <a:off x="1970531" y="5479450"/>
            <a:ext cx="146304" cy="164592"/>
          </a:xfrm>
          <a:prstGeom prst="triangle">
            <a:avLst/>
          </a:prstGeom>
          <a:solidFill>
            <a:srgbClr val="78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007107" y="543373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753612" y="5567050"/>
            <a:ext cx="201168" cy="201168"/>
          </a:xfrm>
          <a:prstGeom prst="ellipse">
            <a:avLst/>
          </a:prstGeom>
          <a:solidFill>
            <a:srgbClr val="78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 rot="10800000">
            <a:off x="3781044" y="5676778"/>
            <a:ext cx="146304" cy="164592"/>
          </a:xfrm>
          <a:prstGeom prst="triangle">
            <a:avLst/>
          </a:prstGeom>
          <a:solidFill>
            <a:srgbClr val="78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817620" y="563105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436876" y="5005425"/>
            <a:ext cx="201168" cy="201168"/>
          </a:xfrm>
          <a:prstGeom prst="ellipse">
            <a:avLst/>
          </a:prstGeom>
          <a:solidFill>
            <a:srgbClr val="78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 rot="10800000">
            <a:off x="2464308" y="5115153"/>
            <a:ext cx="146304" cy="164592"/>
          </a:xfrm>
          <a:prstGeom prst="triangle">
            <a:avLst/>
          </a:prstGeom>
          <a:solidFill>
            <a:srgbClr val="78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500884" y="5069433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86384" y="5495544"/>
            <a:ext cx="1005840" cy="3474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" y="5577840"/>
            <a:ext cx="8595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01B33"/>
                </a:solidFill>
                <a:latin typeface="Inter"/>
              </a:defRPr>
            </a:pPr>
            <a:r>
              <a:t>Ixmiquilpan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1752" y="6135624"/>
            <a:ext cx="4846320" cy="155448"/>
          </a:xfrm>
          <a:prstGeom prst="roundRect">
            <a:avLst>
              <a:gd name="adj" fmla="val 13000"/>
            </a:avLst>
          </a:prstGeom>
          <a:solidFill>
            <a:srgbClr val="B9C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953512" y="5047488"/>
            <a:ext cx="1993392" cy="3648456"/>
          </a:xfrm>
          <a:prstGeom prst="roundRect">
            <a:avLst>
              <a:gd name="adj" fmla="val 13000"/>
            </a:avLst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026664" y="4937760"/>
            <a:ext cx="1847088" cy="3566160"/>
          </a:xfrm>
          <a:prstGeom prst="roundRect">
            <a:avLst>
              <a:gd name="adj" fmla="val 13000"/>
            </a:avLst>
          </a:prstGeom>
          <a:solidFill>
            <a:srgbClr val="11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108960" y="5029200"/>
            <a:ext cx="1682496" cy="3383279"/>
          </a:xfrm>
          <a:prstGeom prst="roundRect">
            <a:avLst>
              <a:gd name="adj" fmla="val 13000"/>
            </a:avLst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673144" y="5065776"/>
            <a:ext cx="554126" cy="82296"/>
          </a:xfrm>
          <a:prstGeom prst="roundRect">
            <a:avLst>
              <a:gd name="adj" fmla="val 13000"/>
            </a:avLst>
          </a:prstGeom>
          <a:solidFill>
            <a:srgbClr val="11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9544" y="5276088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League Spartan"/>
              </a:defRPr>
            </a:pPr>
            <a:r>
              <a:t>IxmiPlace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191256" y="5660136"/>
            <a:ext cx="1517904" cy="347472"/>
          </a:xfrm>
          <a:prstGeom prst="roundRect">
            <a:avLst>
              <a:gd name="adj" fmla="val 13000"/>
            </a:avLst>
          </a:prstGeom>
          <a:solidFill>
            <a:srgbClr val="2B3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64408" y="574243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Inter"/>
              </a:defRPr>
            </a:pPr>
            <a:r>
              <a:t>Buscar por zona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191256" y="6108192"/>
            <a:ext cx="658368" cy="347472"/>
          </a:xfrm>
          <a:prstGeom prst="roundRect">
            <a:avLst>
              <a:gd name="adj" fmla="val 13000"/>
            </a:avLst>
          </a:prstGeom>
          <a:solidFill>
            <a:srgbClr val="2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64408" y="6190488"/>
            <a:ext cx="51206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01B33"/>
                </a:solidFill>
                <a:latin typeface="Inter"/>
              </a:defRPr>
            </a:pPr>
            <a:r>
              <a:t>Renta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941064" y="6108192"/>
            <a:ext cx="658368" cy="347472"/>
          </a:xfrm>
          <a:prstGeom prst="roundRect">
            <a:avLst>
              <a:gd name="adj" fmla="val 13000"/>
            </a:avLst>
          </a:prstGeom>
          <a:solidFill>
            <a:srgbClr val="334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14216" y="6190488"/>
            <a:ext cx="51206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Inter"/>
              </a:defRPr>
            </a:pPr>
            <a:r>
              <a:t>Venta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182112" y="6638544"/>
            <a:ext cx="1536192" cy="1417319"/>
          </a:xfrm>
          <a:prstGeom prst="roundRect">
            <a:avLst>
              <a:gd name="adj" fmla="val 13000"/>
            </a:avLst>
          </a:prstGeom>
          <a:solidFill>
            <a:srgbClr val="25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H="1">
            <a:off x="3796588" y="6711696"/>
            <a:ext cx="276515" cy="1271016"/>
          </a:xfrm>
          <a:prstGeom prst="line">
            <a:avLst/>
          </a:prstGeom>
          <a:ln w="203200">
            <a:solidFill>
              <a:srgbClr val="53C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255264" y="6978700"/>
            <a:ext cx="1389888" cy="0"/>
          </a:xfrm>
          <a:prstGeom prst="line">
            <a:avLst/>
          </a:prstGeom>
          <a:ln w="88900">
            <a:solidFill>
              <a:srgbClr val="42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255264" y="7418070"/>
            <a:ext cx="1389888" cy="0"/>
          </a:xfrm>
          <a:prstGeom prst="line">
            <a:avLst/>
          </a:prstGeom>
          <a:ln w="88900">
            <a:solidFill>
              <a:srgbClr val="42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255264" y="7744053"/>
            <a:ext cx="1389888" cy="0"/>
          </a:xfrm>
          <a:prstGeom prst="line">
            <a:avLst/>
          </a:prstGeom>
          <a:ln w="88900">
            <a:solidFill>
              <a:srgbClr val="42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458626" y="6711696"/>
            <a:ext cx="0" cy="1271016"/>
          </a:xfrm>
          <a:prstGeom prst="line">
            <a:avLst/>
          </a:prstGeom>
          <a:ln w="88900">
            <a:solidFill>
              <a:srgbClr val="42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288170" y="6711696"/>
            <a:ext cx="0" cy="1271016"/>
          </a:xfrm>
          <a:prstGeom prst="line">
            <a:avLst/>
          </a:prstGeom>
          <a:ln w="88900">
            <a:solidFill>
              <a:srgbClr val="42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3443264" y="6964527"/>
            <a:ext cx="201168" cy="201168"/>
          </a:xfrm>
          <a:prstGeom prst="ellipse">
            <a:avLst/>
          </a:prstGeom>
          <a:solidFill>
            <a:srgbClr val="78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Isosceles Triangle 63"/>
          <p:cNvSpPr/>
          <p:nvPr/>
        </p:nvSpPr>
        <p:spPr>
          <a:xfrm rot="10800000">
            <a:off x="3470696" y="7074255"/>
            <a:ext cx="146304" cy="164592"/>
          </a:xfrm>
          <a:prstGeom prst="triangle">
            <a:avLst/>
          </a:prstGeom>
          <a:solidFill>
            <a:srgbClr val="78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507272" y="7028535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195998" y="7148779"/>
            <a:ext cx="201168" cy="201168"/>
          </a:xfrm>
          <a:prstGeom prst="ellipse">
            <a:avLst/>
          </a:prstGeom>
          <a:solidFill>
            <a:srgbClr val="78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Isosceles Triangle 66"/>
          <p:cNvSpPr/>
          <p:nvPr/>
        </p:nvSpPr>
        <p:spPr>
          <a:xfrm rot="10800000">
            <a:off x="4223430" y="7258507"/>
            <a:ext cx="146304" cy="164592"/>
          </a:xfrm>
          <a:prstGeom prst="triangle">
            <a:avLst/>
          </a:prstGeom>
          <a:solidFill>
            <a:srgbClr val="78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260006" y="7212787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658331" y="7545628"/>
            <a:ext cx="201168" cy="201168"/>
          </a:xfrm>
          <a:prstGeom prst="ellipse">
            <a:avLst/>
          </a:prstGeom>
          <a:solidFill>
            <a:srgbClr val="78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Isosceles Triangle 69"/>
          <p:cNvSpPr/>
          <p:nvPr/>
        </p:nvSpPr>
        <p:spPr>
          <a:xfrm rot="10800000">
            <a:off x="3685763" y="7655356"/>
            <a:ext cx="146304" cy="164592"/>
          </a:xfrm>
          <a:prstGeom prst="triangle">
            <a:avLst/>
          </a:prstGeom>
          <a:solidFill>
            <a:srgbClr val="78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722339" y="760963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334256" y="7729880"/>
            <a:ext cx="201168" cy="201168"/>
          </a:xfrm>
          <a:prstGeom prst="ellipse">
            <a:avLst/>
          </a:prstGeom>
          <a:solidFill>
            <a:srgbClr val="78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Isosceles Triangle 72"/>
          <p:cNvSpPr/>
          <p:nvPr/>
        </p:nvSpPr>
        <p:spPr>
          <a:xfrm rot="10800000">
            <a:off x="4361688" y="7839608"/>
            <a:ext cx="146304" cy="164592"/>
          </a:xfrm>
          <a:prstGeom prst="triangle">
            <a:avLst/>
          </a:prstGeom>
          <a:solidFill>
            <a:srgbClr val="78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398264" y="779388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842674" y="7205472"/>
            <a:ext cx="201168" cy="201168"/>
          </a:xfrm>
          <a:prstGeom prst="ellipse">
            <a:avLst/>
          </a:prstGeom>
          <a:solidFill>
            <a:srgbClr val="78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Isosceles Triangle 75"/>
          <p:cNvSpPr/>
          <p:nvPr/>
        </p:nvSpPr>
        <p:spPr>
          <a:xfrm rot="10800000">
            <a:off x="3870106" y="7315200"/>
            <a:ext cx="146304" cy="164592"/>
          </a:xfrm>
          <a:prstGeom prst="triangle">
            <a:avLst/>
          </a:prstGeom>
          <a:solidFill>
            <a:srgbClr val="78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906682" y="726948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3300984" y="7635240"/>
            <a:ext cx="1005840" cy="3474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374136" y="7717536"/>
            <a:ext cx="8595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01B33"/>
                </a:solidFill>
                <a:latin typeface="Inter"/>
              </a:defRPr>
            </a:pPr>
            <a:r>
              <a:t>Ixmiquilpan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02336" y="6574536"/>
            <a:ext cx="2322576" cy="1389888"/>
          </a:xfrm>
          <a:prstGeom prst="roundRect">
            <a:avLst>
              <a:gd name="adj" fmla="val 13000"/>
            </a:avLst>
          </a:prstGeom>
          <a:solidFill>
            <a:srgbClr val="1D2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85216" y="6803136"/>
            <a:ext cx="1984248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Viviendas,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locales y roomies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en un solo lugar.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84048" y="8476488"/>
            <a:ext cx="2834640" cy="347472"/>
          </a:xfrm>
          <a:prstGeom prst="roundRect">
            <a:avLst>
              <a:gd name="adj" fmla="val 13000"/>
            </a:avLst>
          </a:prstGeom>
          <a:solidFill>
            <a:srgbClr val="2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" y="8558784"/>
            <a:ext cx="26883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1B33"/>
                </a:solidFill>
                <a:latin typeface="Inter"/>
              </a:defRPr>
            </a:pPr>
            <a:r>
              <a:t>ENCUENTRA TU ZONA</a:t>
            </a:r>
          </a:p>
        </p:txBody>
      </p:sp>
    </p:spTree>
  </p:cSld>
  <p:clrMapOvr>
    <a:masterClrMapping/>
  </p:clrMapOvr>
  <p:transition advClick="0" advTm="7000">
    <p:cut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65760"/>
            <a:ext cx="109728" cy="292608"/>
          </a:xfrm>
          <a:prstGeom prst="roundRect">
            <a:avLst>
              <a:gd name="adj" fmla="val 13000"/>
            </a:avLst>
          </a:prstGeom>
          <a:solidFill>
            <a:srgbClr val="2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01B33"/>
                </a:solidFill>
                <a:latin typeface="League Spartan"/>
              </a:defRPr>
            </a:pPr>
            <a:r>
              <a:t>IXMIPLACE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4023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68397"/>
                </a:solidFill>
                <a:latin typeface="Inter"/>
              </a:defRPr>
            </a:pPr>
            <a:r>
              <a:t>03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9116568"/>
            <a:ext cx="4791456" cy="18288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2537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68397"/>
                </a:solidFill>
                <a:latin typeface="Inter"/>
              </a:defRPr>
            </a:pPr>
            <a:r>
              <a:t>TU COMUNIDAD, TU HOGAR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9253728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68397"/>
                </a:solidFill>
                <a:latin typeface="Inter"/>
              </a:defRPr>
            </a:pPr>
            <a:r>
              <a:t>IXMIQUILPAN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987552"/>
            <a:ext cx="4754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01B33"/>
                </a:solidFill>
                <a:latin typeface="League Spartan"/>
              </a:defRPr>
            </a:pPr>
            <a:r>
              <a:t>Contacto directo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01B33"/>
                </a:solidFill>
                <a:latin typeface="League Spartan"/>
              </a:defRPr>
            </a:pPr>
            <a:r>
              <a:t>por WhatsApp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450592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7856FF"/>
                </a:solidFill>
                <a:latin typeface="League Spartan"/>
              </a:defRPr>
            </a:pPr>
            <a:r>
              <a:t>+ Guías imprimibles.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3456432"/>
            <a:ext cx="2350008" cy="4535424"/>
          </a:xfrm>
          <a:prstGeom prst="roundRect">
            <a:avLst>
              <a:gd name="adj" fmla="val 13000"/>
            </a:avLst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57784" y="3346704"/>
            <a:ext cx="2203704" cy="4453128"/>
          </a:xfrm>
          <a:prstGeom prst="roundRect">
            <a:avLst>
              <a:gd name="adj" fmla="val 13000"/>
            </a:avLst>
          </a:prstGeom>
          <a:solidFill>
            <a:srgbClr val="11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438144"/>
            <a:ext cx="2039112" cy="42702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29080" y="3474720"/>
            <a:ext cx="661111" cy="82296"/>
          </a:xfrm>
          <a:prstGeom prst="roundRect">
            <a:avLst>
              <a:gd name="adj" fmla="val 13000"/>
            </a:avLst>
          </a:prstGeom>
          <a:solidFill>
            <a:srgbClr val="11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3685032"/>
            <a:ext cx="18379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1B33"/>
                </a:solidFill>
                <a:latin typeface="League Spartan"/>
              </a:defRPr>
            </a:pPr>
            <a:r>
              <a:t>IxmiPlace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" y="4069080"/>
            <a:ext cx="1874520" cy="347472"/>
          </a:xfrm>
          <a:prstGeom prst="roundRect">
            <a:avLst>
              <a:gd name="adj" fmla="val 13000"/>
            </a:avLst>
          </a:prstGeom>
          <a:solidFill>
            <a:srgbClr val="ED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4151376"/>
            <a:ext cx="1728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01B33"/>
                </a:solidFill>
                <a:latin typeface="Inter"/>
              </a:defRPr>
            </a:pPr>
            <a:r>
              <a:t>Buscar por zona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" y="4572000"/>
            <a:ext cx="1874520" cy="1051560"/>
          </a:xfrm>
          <a:prstGeom prst="roundRect">
            <a:avLst>
              <a:gd name="adj" fmla="val 13000"/>
            </a:avLst>
          </a:prstGeom>
          <a:solidFill>
            <a:srgbClr val="78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61872" y="4974701"/>
            <a:ext cx="612648" cy="4476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>
            <a:off x="1231239" y="4764024"/>
            <a:ext cx="673912" cy="329184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25310" y="5165628"/>
            <a:ext cx="134782" cy="256763"/>
          </a:xfrm>
          <a:prstGeom prst="rect">
            <a:avLst/>
          </a:prstGeom>
          <a:solidFill>
            <a:srgbClr val="10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35389" y="5080040"/>
            <a:ext cx="104150" cy="118506"/>
          </a:xfrm>
          <a:prstGeom prst="rect">
            <a:avLst/>
          </a:prstGeom>
          <a:solidFill>
            <a:srgbClr val="2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5797296"/>
            <a:ext cx="18379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01B33"/>
                </a:solidFill>
                <a:latin typeface="Inter"/>
              </a:defRPr>
            </a:pPr>
            <a:r>
              <a:t>Encuentra tu espacio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" y="6199632"/>
            <a:ext cx="18379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1B33"/>
                </a:solidFill>
                <a:latin typeface="Inter"/>
              </a:defRPr>
            </a:pPr>
            <a:r>
              <a:t>Viviendas · Locales · Roomies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" y="7114032"/>
            <a:ext cx="1874520" cy="347472"/>
          </a:xfrm>
          <a:prstGeom prst="roundRect">
            <a:avLst>
              <a:gd name="adj" fmla="val 13000"/>
            </a:avLst>
          </a:prstGeom>
          <a:solidFill>
            <a:srgbClr val="2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7196328"/>
            <a:ext cx="17282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1B33"/>
                </a:solidFill>
                <a:latin typeface="Inter"/>
              </a:defRPr>
            </a:pPr>
            <a:r>
              <a:t>Explorar ahora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52928" y="3813048"/>
            <a:ext cx="2002536" cy="2834640"/>
          </a:xfrm>
          <a:prstGeom prst="roundRect">
            <a:avLst>
              <a:gd name="adj" fmla="val 13000"/>
            </a:avLst>
          </a:prstGeom>
          <a:solidFill>
            <a:srgbClr val="DD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724912" y="3648456"/>
            <a:ext cx="2002536" cy="2834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0" y="386791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1B33"/>
                </a:solidFill>
                <a:latin typeface="League Spartan"/>
              </a:defRPr>
            </a:pPr>
            <a:r>
              <a:t>GUÍA LOCAL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30682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01B33"/>
                </a:solidFill>
                <a:latin typeface="Inter"/>
              </a:defRPr>
            </a:pPr>
            <a:r>
              <a:t>Tu próximo hogar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4800600"/>
            <a:ext cx="1426464" cy="4114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26080" y="5010912"/>
            <a:ext cx="1115568" cy="4114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26080" y="5221224"/>
            <a:ext cx="1426464" cy="4114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926080" y="5431536"/>
            <a:ext cx="1115568" cy="4114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26080" y="5641848"/>
            <a:ext cx="1426464" cy="41148"/>
          </a:xfrm>
          <a:prstGeom prst="rect">
            <a:avLst/>
          </a:prstGeom>
          <a:solidFill>
            <a:srgbClr val="DC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941063" y="5824728"/>
            <a:ext cx="321868" cy="321868"/>
          </a:xfrm>
          <a:prstGeom prst="ellipse">
            <a:avLst/>
          </a:prstGeom>
          <a:solidFill>
            <a:srgbClr val="2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10800000">
            <a:off x="3984955" y="6000292"/>
            <a:ext cx="234086" cy="263347"/>
          </a:xfrm>
          <a:prstGeom prst="triangle">
            <a:avLst/>
          </a:prstGeom>
          <a:solidFill>
            <a:srgbClr val="2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043476" y="5927140"/>
            <a:ext cx="117043" cy="11704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359152" y="6675120"/>
            <a:ext cx="1097280" cy="1097280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23744" y="6986016"/>
            <a:ext cx="7772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League Spartan"/>
              </a:defRPr>
            </a:pPr>
            <a:r>
              <a:t>WA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4048" y="8366760"/>
            <a:ext cx="1316736" cy="347472"/>
          </a:xfrm>
          <a:prstGeom prst="roundRect">
            <a:avLst>
              <a:gd name="adj" fmla="val 13000"/>
            </a:avLst>
          </a:prstGeom>
          <a:solidFill>
            <a:srgbClr val="10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8449056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Español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837943" y="8366760"/>
            <a:ext cx="1307592" cy="347472"/>
          </a:xfrm>
          <a:prstGeom prst="roundRect">
            <a:avLst>
              <a:gd name="adj" fmla="val 13000"/>
            </a:avLst>
          </a:prstGeom>
          <a:solidFill>
            <a:srgbClr val="78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11095" y="8449056"/>
            <a:ext cx="116128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English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82696" y="8366760"/>
            <a:ext cx="1508760" cy="347472"/>
          </a:xfrm>
          <a:prstGeom prst="roundRect">
            <a:avLst>
              <a:gd name="adj" fmla="val 13000"/>
            </a:avLst>
          </a:prstGeom>
          <a:solidFill>
            <a:srgbClr val="2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55848" y="8449056"/>
            <a:ext cx="136245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1B33"/>
                </a:solidFill>
                <a:latin typeface="Inter"/>
              </a:defRPr>
            </a:pPr>
            <a:r>
              <a:t>Hñähñu</a:t>
            </a:r>
          </a:p>
        </p:txBody>
      </p:sp>
    </p:spTree>
  </p:cSld>
  <p:clrMapOvr>
    <a:masterClrMapping/>
  </p:clrMapOvr>
  <p:transition advClick="0" advTm="8000">
    <p:cut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65760"/>
            <a:ext cx="109728" cy="292608"/>
          </a:xfrm>
          <a:prstGeom prst="roundRect">
            <a:avLst>
              <a:gd name="adj" fmla="val 13000"/>
            </a:avLst>
          </a:prstGeom>
          <a:solidFill>
            <a:srgbClr val="2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League Spartan"/>
              </a:defRPr>
            </a:pPr>
            <a:r>
              <a:t>IXMIPLACE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4023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68397"/>
                </a:solidFill>
                <a:latin typeface="Inter"/>
              </a:defRPr>
            </a:pPr>
            <a:r>
              <a:t>04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9116568"/>
            <a:ext cx="4791456" cy="18288"/>
          </a:xfrm>
          <a:prstGeom prst="rect">
            <a:avLst/>
          </a:prstGeom>
          <a:solidFill>
            <a:srgbClr val="33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2537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68397"/>
                </a:solidFill>
                <a:latin typeface="Inter"/>
              </a:defRPr>
            </a:pPr>
            <a:r>
              <a:t>TU COMUNIDAD, TU HOGAR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9253728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68397"/>
                </a:solidFill>
                <a:latin typeface="Inter"/>
              </a:defRPr>
            </a:pPr>
            <a:r>
              <a:t>IXMIQUILPAN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987552"/>
            <a:ext cx="4754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League Spartan"/>
              </a:defRPr>
            </a:pPr>
            <a:r>
              <a:t>Promociona tu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League Spartan"/>
              </a:defRPr>
            </a:pPr>
            <a:r>
              <a:t>negocio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496312"/>
            <a:ext cx="475488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24CFE0"/>
                </a:solidFill>
                <a:latin typeface="League Spartan"/>
              </a:defRPr>
            </a:pPr>
            <a:r>
              <a:t>desde $99/mes.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383280"/>
            <a:ext cx="4754880" cy="2148840"/>
          </a:xfrm>
          <a:prstGeom prst="roundRect">
            <a:avLst>
              <a:gd name="adj" fmla="val 13000"/>
            </a:avLst>
          </a:prstGeom>
          <a:solidFill>
            <a:srgbClr val="1E2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648456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4CFE0"/>
                </a:solidFill>
                <a:latin typeface="Inter"/>
              </a:defRPr>
            </a:pPr>
            <a:r>
              <a:t>NEGOCIOS DE TU COMUNIDAD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4123944"/>
            <a:ext cx="1335024" cy="1088136"/>
          </a:xfrm>
          <a:prstGeom prst="roundRect">
            <a:avLst>
              <a:gd name="adj" fmla="val 13000"/>
            </a:avLst>
          </a:prstGeom>
          <a:solidFill>
            <a:srgbClr val="78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4128" y="4404481"/>
            <a:ext cx="457200" cy="3046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1001268" y="4261104"/>
            <a:ext cx="502920" cy="224028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20724" y="4534418"/>
            <a:ext cx="100584" cy="174741"/>
          </a:xfrm>
          <a:prstGeom prst="rect">
            <a:avLst/>
          </a:prstGeom>
          <a:solidFill>
            <a:srgbClr val="10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" y="4476170"/>
            <a:ext cx="77724" cy="80650"/>
          </a:xfrm>
          <a:prstGeom prst="rect">
            <a:avLst/>
          </a:prstGeom>
          <a:solidFill>
            <a:srgbClr val="2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4828032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Inter"/>
              </a:defRPr>
            </a:pPr>
            <a:r>
              <a:t>Tu negocio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48256" y="4123944"/>
            <a:ext cx="1335024" cy="1088136"/>
          </a:xfrm>
          <a:prstGeom prst="roundRect">
            <a:avLst>
              <a:gd name="adj" fmla="val 13000"/>
            </a:avLst>
          </a:prstGeom>
          <a:solidFill>
            <a:srgbClr val="257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68880" y="4404481"/>
            <a:ext cx="457200" cy="3046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2446020" y="4261104"/>
            <a:ext cx="502920" cy="224028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5476" y="4534418"/>
            <a:ext cx="100584" cy="174741"/>
          </a:xfrm>
          <a:prstGeom prst="rect">
            <a:avLst/>
          </a:prstGeom>
          <a:solidFill>
            <a:srgbClr val="10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23744" y="4476170"/>
            <a:ext cx="77724" cy="80650"/>
          </a:xfrm>
          <a:prstGeom prst="rect">
            <a:avLst/>
          </a:prstGeom>
          <a:solidFill>
            <a:srgbClr val="2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12264" y="4828032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Inter"/>
              </a:defRPr>
            </a:pPr>
            <a:r>
              <a:t>Aquí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93008" y="4123944"/>
            <a:ext cx="1335024" cy="1088136"/>
          </a:xfrm>
          <a:prstGeom prst="roundRect">
            <a:avLst>
              <a:gd name="adj" fmla="val 13000"/>
            </a:avLst>
          </a:prstGeom>
          <a:solidFill>
            <a:srgbClr val="3C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13632" y="4404481"/>
            <a:ext cx="457200" cy="3046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>
            <a:off x="3890772" y="4261104"/>
            <a:ext cx="502920" cy="224028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0228" y="4534418"/>
            <a:ext cx="100584" cy="174741"/>
          </a:xfrm>
          <a:prstGeom prst="rect">
            <a:avLst/>
          </a:prstGeom>
          <a:solidFill>
            <a:srgbClr val="10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68496" y="4476170"/>
            <a:ext cx="77724" cy="80650"/>
          </a:xfrm>
          <a:prstGeom prst="rect">
            <a:avLst/>
          </a:prstGeom>
          <a:solidFill>
            <a:srgbClr val="2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57015" y="4828032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Inter"/>
              </a:defRPr>
            </a:pPr>
            <a:r>
              <a:t>Destaca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961888"/>
            <a:ext cx="1481328" cy="1481328"/>
          </a:xfrm>
          <a:prstGeom prst="roundRect">
            <a:avLst>
              <a:gd name="adj" fmla="val 13000"/>
            </a:avLst>
          </a:prstGeom>
          <a:solidFill>
            <a:srgbClr val="2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" y="6345936"/>
            <a:ext cx="1316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01B33"/>
                </a:solidFill>
                <a:latin typeface="League Spartan"/>
              </a:defRPr>
            </a:pPr>
            <a:r>
              <a:t>$99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6995160"/>
            <a:ext cx="133502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01B33"/>
                </a:solidFill>
                <a:latin typeface="Inter"/>
              </a:defRPr>
            </a:pPr>
            <a:r>
              <a:t>MXN / MES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02536" y="5961888"/>
            <a:ext cx="1481328" cy="1481328"/>
          </a:xfrm>
          <a:prstGeom prst="roundRect">
            <a:avLst>
              <a:gd name="adj" fmla="val 13000"/>
            </a:avLst>
          </a:prstGeom>
          <a:solidFill>
            <a:srgbClr val="78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84831" y="6345936"/>
            <a:ext cx="1316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League Spartan"/>
              </a:defRPr>
            </a:pPr>
            <a:r>
              <a:t>$199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75688" y="6995160"/>
            <a:ext cx="133502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Inter"/>
              </a:defRPr>
            </a:pPr>
            <a:r>
              <a:t>MXN / MES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39312" y="5961888"/>
            <a:ext cx="1481328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21608" y="6345936"/>
            <a:ext cx="1316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01B33"/>
                </a:solidFill>
                <a:latin typeface="League Spartan"/>
              </a:defRPr>
            </a:pPr>
            <a:r>
              <a:t>$349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12463" y="6995160"/>
            <a:ext cx="133502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01B33"/>
                </a:solidFill>
                <a:latin typeface="Inter"/>
              </a:defRPr>
            </a:pPr>
            <a:r>
              <a:t>MXN / MES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" y="7909560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League Spartan"/>
              </a:defRPr>
            </a:pPr>
            <a:r>
              <a:t>Métricas en tiempo real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League Spartan"/>
              </a:defRPr>
            </a:pPr>
            <a:r>
              <a:t>y soporte directo.</a:t>
            </a:r>
          </a:p>
        </p:txBody>
      </p:sp>
    </p:spTree>
  </p:cSld>
  <p:clrMapOvr>
    <a:masterClrMapping/>
  </p:clrMapOvr>
  <p:transition advClick="0" advTm="7000">
    <p:cut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365760"/>
            <a:ext cx="109728" cy="292608"/>
          </a:xfrm>
          <a:prstGeom prst="roundRect">
            <a:avLst>
              <a:gd name="adj" fmla="val 13000"/>
            </a:avLst>
          </a:prstGeom>
          <a:solidFill>
            <a:srgbClr val="2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01B33"/>
                </a:solidFill>
                <a:latin typeface="League Spartan"/>
              </a:defRPr>
            </a:pPr>
            <a:r>
              <a:t>IXMIPLACE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4023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68397"/>
                </a:solidFill>
                <a:latin typeface="Inter"/>
              </a:defRPr>
            </a:pPr>
            <a:r>
              <a:t>05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9116568"/>
            <a:ext cx="4791456" cy="18288"/>
          </a:xfrm>
          <a:prstGeom prst="rect">
            <a:avLst/>
          </a:prstGeom>
          <a:solidFill>
            <a:srgbClr val="DE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2537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68397"/>
                </a:solidFill>
                <a:latin typeface="Inter"/>
              </a:defRPr>
            </a:pPr>
            <a:r>
              <a:t>TU COMUNIDAD, TU HOGAR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9253728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68397"/>
                </a:solidFill>
                <a:latin typeface="Inter"/>
              </a:defRPr>
            </a:pPr>
            <a:r>
              <a:t>IXMIQUILPAN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987552"/>
            <a:ext cx="475488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101B33"/>
                </a:solidFill>
                <a:latin typeface="League Spartan"/>
              </a:defRPr>
            </a:pPr>
            <a:r>
              <a:t>¡Todo en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101B33"/>
                </a:solidFill>
                <a:latin typeface="League Spartan"/>
              </a:defRPr>
            </a:pPr>
            <a:r>
              <a:t>IxmiPlace!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3255264"/>
            <a:ext cx="4407408" cy="2670048"/>
          </a:xfrm>
          <a:prstGeom prst="roundRect">
            <a:avLst>
              <a:gd name="adj" fmla="val 13000"/>
            </a:avLst>
          </a:prstGeom>
          <a:solidFill>
            <a:srgbClr val="25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3504" y="3364992"/>
            <a:ext cx="4224528" cy="2414015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3465576"/>
            <a:ext cx="39502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1B33"/>
                </a:solidFill>
                <a:latin typeface="League Spartan"/>
              </a:defRPr>
            </a:pPr>
            <a:r>
              <a:t>IxmiPlace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" y="3904487"/>
            <a:ext cx="3986784" cy="1728216"/>
          </a:xfrm>
          <a:prstGeom prst="roundRect">
            <a:avLst>
              <a:gd name="adj" fmla="val 13000"/>
            </a:avLst>
          </a:prstGeom>
          <a:solidFill>
            <a:srgbClr val="78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251960"/>
            <a:ext cx="220370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League Spartan"/>
              </a:defRPr>
            </a:pPr>
            <a:r>
              <a:t>Tu comunidad,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League Spartan"/>
              </a:defRPr>
            </a:pPr>
            <a:r>
              <a:t>tu hogar.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85397" y="4422038"/>
            <a:ext cx="548640" cy="4974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3657965" y="4187952"/>
            <a:ext cx="603504" cy="36576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21312" y="4634179"/>
            <a:ext cx="120700" cy="285292"/>
          </a:xfrm>
          <a:prstGeom prst="rect">
            <a:avLst/>
          </a:prstGeom>
          <a:solidFill>
            <a:srgbClr val="10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51234" y="4539081"/>
            <a:ext cx="93268" cy="131673"/>
          </a:xfrm>
          <a:prstGeom prst="rect">
            <a:avLst/>
          </a:prstGeom>
          <a:solidFill>
            <a:srgbClr val="2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9184" y="5907024"/>
            <a:ext cx="4773168" cy="155448"/>
          </a:xfrm>
          <a:prstGeom prst="roundRect">
            <a:avLst>
              <a:gd name="adj" fmla="val 13000"/>
            </a:avLst>
          </a:prstGeom>
          <a:solidFill>
            <a:srgbClr val="B9C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118104" y="4681728"/>
            <a:ext cx="1901952" cy="3621024"/>
          </a:xfrm>
          <a:prstGeom prst="roundRect">
            <a:avLst>
              <a:gd name="adj" fmla="val 13000"/>
            </a:avLst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91256" y="4572000"/>
            <a:ext cx="1755648" cy="3538728"/>
          </a:xfrm>
          <a:prstGeom prst="roundRect">
            <a:avLst>
              <a:gd name="adj" fmla="val 13000"/>
            </a:avLst>
          </a:prstGeom>
          <a:solidFill>
            <a:srgbClr val="11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73552" y="4663440"/>
            <a:ext cx="1591056" cy="33558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805732" y="4700016"/>
            <a:ext cx="526694" cy="82296"/>
          </a:xfrm>
          <a:prstGeom prst="roundRect">
            <a:avLst>
              <a:gd name="adj" fmla="val 13000"/>
            </a:avLst>
          </a:prstGeom>
          <a:solidFill>
            <a:srgbClr val="11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74136" y="4910328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1B33"/>
                </a:solidFill>
                <a:latin typeface="League Spartan"/>
              </a:defRPr>
            </a:pPr>
            <a:r>
              <a:t>IxmiPlace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55848" y="5294376"/>
            <a:ext cx="1426464" cy="347472"/>
          </a:xfrm>
          <a:prstGeom prst="roundRect">
            <a:avLst>
              <a:gd name="adj" fmla="val 13000"/>
            </a:avLst>
          </a:prstGeom>
          <a:solidFill>
            <a:srgbClr val="ED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537667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01B33"/>
                </a:solidFill>
                <a:latin typeface="Inter"/>
              </a:defRPr>
            </a:pPr>
            <a:r>
              <a:t>Buscar por zona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55848" y="5797296"/>
            <a:ext cx="1426464" cy="1051560"/>
          </a:xfrm>
          <a:prstGeom prst="roundRect">
            <a:avLst>
              <a:gd name="adj" fmla="val 13000"/>
            </a:avLst>
          </a:prstGeom>
          <a:solidFill>
            <a:srgbClr val="78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95344" y="6199997"/>
            <a:ext cx="612648" cy="4476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>
            <a:off x="3864711" y="5989320"/>
            <a:ext cx="673912" cy="329184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58782" y="6390924"/>
            <a:ext cx="134782" cy="256763"/>
          </a:xfrm>
          <a:prstGeom prst="rect">
            <a:avLst/>
          </a:prstGeom>
          <a:solidFill>
            <a:srgbClr val="10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68861" y="6305336"/>
            <a:ext cx="104150" cy="118506"/>
          </a:xfrm>
          <a:prstGeom prst="rect">
            <a:avLst/>
          </a:prstGeom>
          <a:solidFill>
            <a:srgbClr val="2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74136" y="7022592"/>
            <a:ext cx="1389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01B33"/>
                </a:solidFill>
                <a:latin typeface="Inter"/>
              </a:defRPr>
            </a:pPr>
            <a:r>
              <a:t>Encuentra tu espacio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74136" y="7424928"/>
            <a:ext cx="1389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1B33"/>
                </a:solidFill>
                <a:latin typeface="Inter"/>
              </a:defRPr>
            </a:pPr>
            <a:r>
              <a:t>Viviendas · Locales · Roomies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55848" y="7424928"/>
            <a:ext cx="1426464" cy="347472"/>
          </a:xfrm>
          <a:prstGeom prst="roundRect">
            <a:avLst>
              <a:gd name="adj" fmla="val 13000"/>
            </a:avLst>
          </a:prstGeom>
          <a:solidFill>
            <a:srgbClr val="2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29000" y="7507224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1B33"/>
                </a:solidFill>
                <a:latin typeface="Inter"/>
              </a:defRPr>
            </a:pPr>
            <a:r>
              <a:t>Explorar ahora</a:t>
            </a:r>
          </a:p>
        </p:txBody>
      </p:sp>
      <p:pic>
        <p:nvPicPr>
          <p:cNvPr id="35" name="Picture 34" descr="logo-ixmipla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300216"/>
            <a:ext cx="1463040" cy="149961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02336" y="8202168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68397"/>
                </a:solidFill>
                <a:latin typeface="Inter"/>
              </a:defRPr>
            </a:pPr>
            <a:r>
              <a:t>Entra ya: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8165592"/>
            <a:ext cx="3767328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01B33"/>
                </a:solidFill>
                <a:latin typeface="League Spartan"/>
              </a:defRPr>
            </a:pPr>
            <a:r>
              <a:t>ixmiplace.vercel.app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2336" y="8668512"/>
            <a:ext cx="4681728" cy="374904"/>
          </a:xfrm>
          <a:prstGeom prst="roundRect">
            <a:avLst>
              <a:gd name="adj" fmla="val 13000"/>
            </a:avLst>
          </a:prstGeom>
          <a:solidFill>
            <a:srgbClr val="2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" y="8741664"/>
            <a:ext cx="43342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1B33"/>
                </a:solidFill>
                <a:latin typeface="Inter"/>
              </a:defRPr>
            </a:pPr>
            <a:r>
              <a:t>EXPLORAR AHORA  →</a:t>
            </a:r>
          </a:p>
        </p:txBody>
      </p:sp>
    </p:spTree>
  </p:cSld>
  <p:clrMapOvr>
    <a:masterClrMapping/>
  </p:clrMapOvr>
  <p:transition advClick="0" advTm="8000"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IxmiPlace | Anuncio vertical 35s | Recursos gratuitos</dc:title>
  <dc:subject>Plantilla editable de cinco escenas para terminar en Canva</dc:subject>
  <dc:creator>IxmiPlace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